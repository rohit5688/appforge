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02920"/>
            <a:ext cx="21945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QUALITY ENGINEERING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AppForge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QA Ecosystem — From Intent to Execution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4114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80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Presented by  </a:t>
            </a:r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</a:rPr>
              <a:t>Quality Engineering Team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46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Purpose  </a:t>
            </a:r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</a:rPr>
              <a:t>Proposal for Enterprise Adoption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46177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Face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Why current QA automation approaches are breaking down at scale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63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Speed Gap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4632" y="2606040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Test automation lags weeks behind development. By the time tests are written, the code has changed again. Regression cycles slow every release.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54680" y="1280160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1280160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Maintenance Debt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319272" y="2606040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Locators break constantly. Engineers spend 40-60% of their time maintaining existing tests rather than writing new ones. Coverage stagnates.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989320" y="1280160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89320" y="1280160"/>
            <a:ext cx="26517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4630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Translation Gap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153912" y="2606040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QA engineers know what to test. LLMs know how to write code. Neither speaks the other's language. The result: incorrect or incomplete automation.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AE6FD"/>
                </a:solidFill>
              </a:rPr>
              <a:t>These three problems compound each other — speed pressure creates debt, debt widens the translation gap, the gap increases the speed problem.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AppForge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AE6FD"/>
                </a:solidFill>
              </a:rPr>
              <a:t>Not a replacement for QA engineers. An amplifier of QA expertise.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14800" cy="3429000"/>
          </a:xfrm>
          <a:prstGeom prst="rect">
            <a:avLst/>
          </a:prstGeom>
          <a:solidFill>
            <a:srgbClr val="112536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E6FD"/>
                </a:solidFill>
              </a:rPr>
              <a:t>AppForge is an MCP-native automation platform that: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1031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Reads your project's existing code, conventions, and learned rules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2432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5786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Translates QA intent into precise, project-aware test generation prompts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099816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05409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Executes, validates, and self-heals tests on Android &amp; iOS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575304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52958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Accumulates institutional knowledge that improves every generation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050792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0050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Works inside Claude Code, GitHub Copilot, Cursor — no API key required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4069080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Key Distinction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874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Industry tools try to replace QA judgment with AI. AppForge encodes your QA judgment into the AI — making 14 years of domain expertise executable at scale.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069080" cy="1737360"/>
          </a:xfrm>
          <a:prstGeom prst="rect">
            <a:avLst/>
          </a:prstGeom>
          <a:solidFill>
            <a:srgbClr val="112536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154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E6FD"/>
                </a:solidFill>
              </a:rPr>
              <a:t>Works With Your Existing Stack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Claude Code  •  GitHub Copilot  •  Cursor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9593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Android / iOS  •  WebdriverIO  •  Cucumber BDD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43068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Appium  •  Jira  •  Xray  •  GitHub / GitLab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QA Ecosystem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From business intent to executable test — fully connected, fully traceable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234440"/>
            <a:ext cx="12618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Jira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Confluence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608" y="24871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Intent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Context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" y="2103120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719072" y="1234440"/>
            <a:ext cx="12618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14173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55648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Figma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755648" y="24871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Visual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Design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664" y="2103120"/>
            <a:ext cx="201168" cy="20116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182112" y="1234440"/>
            <a:ext cx="12618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1417320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18688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 / Git Diff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3218688" y="24871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Ground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Truth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9704" y="2103120"/>
            <a:ext cx="201168" cy="20116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645152" y="1234440"/>
            <a:ext cx="12618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1417320"/>
            <a:ext cx="457200" cy="4572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681728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Forge Agent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4681728" y="24871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Synthesis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&amp; Gaps</a:t>
            </a:r>
            <a:endParaRPr lang="en-US" sz="9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2744" y="2103120"/>
            <a:ext cx="201168" cy="201168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6108192" y="1234440"/>
            <a:ext cx="1261872" cy="2331720"/>
          </a:xfrm>
          <a:prstGeom prst="rect">
            <a:avLst/>
          </a:prstGeom>
          <a:solidFill>
            <a:srgbClr val="0891B2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16"/>
          <p:cNvSpPr/>
          <p:nvPr/>
        </p:nvSpPr>
        <p:spPr>
          <a:xfrm>
            <a:off x="6108192" y="1234440"/>
            <a:ext cx="126187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8" y="1417320"/>
            <a:ext cx="457200" cy="4572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144768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AppForge</a:t>
            </a:r>
            <a:endParaRPr lang="en-US" sz="1100" dirty="0"/>
          </a:p>
        </p:txBody>
      </p:sp>
      <p:sp>
        <p:nvSpPr>
          <p:cNvPr id="29" name="Text 18"/>
          <p:cNvSpPr/>
          <p:nvPr/>
        </p:nvSpPr>
        <p:spPr>
          <a:xfrm>
            <a:off x="6144768" y="24871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</a:rPr>
              <a:t>Execution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</a:rPr>
              <a:t>Engine</a:t>
            </a:r>
            <a:endParaRPr lang="en-US" sz="9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5784" y="2103120"/>
            <a:ext cx="201168" cy="201168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7571232" y="1234440"/>
            <a:ext cx="12618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3568" y="1417320"/>
            <a:ext cx="457200" cy="4572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7607808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Xray / CI</a:t>
            </a:r>
            <a:endParaRPr lang="en-US" sz="1100" dirty="0"/>
          </a:p>
        </p:txBody>
      </p:sp>
      <p:sp>
        <p:nvSpPr>
          <p:cNvPr id="34" name="Text 21"/>
          <p:cNvSpPr/>
          <p:nvPr/>
        </p:nvSpPr>
        <p:spPr>
          <a:xfrm>
            <a:off x="7607808" y="24871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Traceability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&amp; Results</a:t>
            </a:r>
            <a:endParaRPr lang="en-US" sz="950" dirty="0"/>
          </a:p>
        </p:txBody>
      </p:sp>
      <p:sp>
        <p:nvSpPr>
          <p:cNvPr id="35" name="Shape 22"/>
          <p:cNvSpPr/>
          <p:nvPr/>
        </p:nvSpPr>
        <p:spPr>
          <a:xfrm>
            <a:off x="320040" y="3749040"/>
            <a:ext cx="850392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3"/>
          <p:cNvSpPr/>
          <p:nvPr/>
        </p:nvSpPr>
        <p:spPr>
          <a:xfrm>
            <a:off x="320040" y="3749040"/>
            <a:ext cx="9144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24"/>
          <p:cNvSpPr/>
          <p:nvPr/>
        </p:nvSpPr>
        <p:spPr>
          <a:xfrm>
            <a:off x="594360" y="38404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 / Git Diff layer is the critical differentiator.</a:t>
            </a:r>
            <a:endParaRPr lang="en-US" sz="1300" dirty="0"/>
          </a:p>
        </p:txBody>
      </p:sp>
      <p:sp>
        <p:nvSpPr>
          <p:cNvPr id="38" name="Text 25"/>
          <p:cNvSpPr/>
          <p:nvPr/>
        </p:nvSpPr>
        <p:spPr>
          <a:xfrm>
            <a:off x="59436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Jira captures intent. Figma captures design. The PR captures what actually shipped — including undocumented changes that cause production incidents. AppForge cross-references all three to find the gaps that humans miss under time pressure.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Speed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E6FD"/>
                </a:solidFill>
              </a:rPr>
              <a:t>Where the time and cost savings come from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06040" cy="2331720"/>
          </a:xfrm>
          <a:prstGeom prst="rect">
            <a:avLst/>
          </a:prstGeom>
          <a:solidFill>
            <a:srgbClr val="112536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6060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of QA time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6700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spent maintaining existing tests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not writing new coverage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234440"/>
            <a:ext cx="2606040" cy="2331720"/>
          </a:xfrm>
          <a:prstGeom prst="rect">
            <a:avLst/>
          </a:prstGeom>
          <a:solidFill>
            <a:srgbClr val="112536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234440"/>
            <a:ext cx="26060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4173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246120" y="2286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faster test writing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26700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from intent to working test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with self-healing built 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1234440"/>
            <a:ext cx="2606040" cy="2331720"/>
          </a:xfrm>
          <a:prstGeom prst="rect">
            <a:avLst/>
          </a:prstGeom>
          <a:solidFill>
            <a:srgbClr val="112536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234440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4173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080760" y="2286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reuse of existing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26700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AST analysis prevents duplicate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steps and page objects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749040"/>
            <a:ext cx="8503920" cy="1097280"/>
          </a:xfrm>
          <a:prstGeom prst="rect">
            <a:avLst/>
          </a:prstGeom>
          <a:solidFill>
            <a:srgbClr val="112536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76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</a:rPr>
              <a:t>Before → After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078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Test cycle time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2–3 weeks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2–3 days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4078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Locator breakage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0" y="4343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Manual fix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0" y="4572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Auto-healed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4078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PR coverage gap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4343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Undiscovered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4572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Flagged at PR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4078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New engineer ramp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66560" y="43434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4–6 weeks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4572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1–2 weeks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In Practice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 QA engineer's real workflow, augmented — not replaced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73152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33272" y="13898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Connect &amp; Inspect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184708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Point AppForge at your mobile app. It connects to the live device, inspects the UI hierarchy, and returns a compact accessibility snapshot — not 50,000 tokens of XML.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80160"/>
            <a:ext cx="73152" cy="1600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22392" y="13898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Describe Your Intent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73752" y="184708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Tell it in plain English: 'Test the checkout flow with a declined card'. Your 14 years of QA judgment shapes the requirement — AppForge provides the framework expertise.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0896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33272" y="32186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Generate &amp; Validate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" y="367588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AppForge injects your project's existing steps, page objects, and learned rules into the generation prompt. The result reuses your code, follows your conventions, and validates TypeScript before writing.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1089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108960"/>
            <a:ext cx="73152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22392" y="32186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Self-Heal &amp; Learn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73752" y="367588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When tests break, AppForge identifies whether it's a locator issue or an app bug. Locator fixes are automatically applied, verified on device, and added to the knowledge base so they never break the same way again.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Risk Assessment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E6FD"/>
                </a:solidFill>
              </a:rPr>
              <a:t>What is production-ready today vs. what is in active development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31920" cy="3520440"/>
          </a:xfrm>
          <a:prstGeom prst="rect">
            <a:avLst/>
          </a:prstGeom>
          <a:solidFill>
            <a:srgbClr val="112536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3931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Solid Foundation — Ready for Pilot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30 tools covering the full mobile automation lifecycle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396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Self-healing loop with automatic selector recovery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42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Project learning system — knowledge accumulates over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443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Works with Claude Code, Copilot, Cursor — no API key needed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467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Security-hardened: path traversal, shell injection protection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Strong documentation: architecture, workflows, onboarding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51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Active issue tracker with 22 prioritised, sequenced tasks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234440"/>
            <a:ext cx="4251960" cy="3520440"/>
          </a:xfrm>
          <a:prstGeom prst="rect">
            <a:avLst/>
          </a:prstGeom>
          <a:solidFill>
            <a:srgbClr val="112536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234440"/>
            <a:ext cx="42519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2618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⚙  Active Development — 4–6 Week Horizon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17647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737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session XML → compact snapshot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19202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Eliminates context explosion in complex UIs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1671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1396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Config read/write bug fixes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23225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Prevents silent config mutation on read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56946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5420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iOS clarification loop fix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7249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Unblocks iOS device session startup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9718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9443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PR/Git diff integration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31272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Finds coverage gaps from actual code changes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37413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3467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Jira + Figma integration bridges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5295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Connects intent → design → execution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77647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749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Dynamic environment support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3931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Multi-env config beyond staging/prod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AppForge vs. Industry Alternatives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Why autonomous agent tools don't solve the enterprise QA problem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33172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Capability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261872"/>
            <a:ext cx="205740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2618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AppForge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61872"/>
            <a:ext cx="2057400" cy="4754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618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Agent Tools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(Momentic, Octomind)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261872"/>
            <a:ext cx="2057400" cy="4754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2618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 Copilot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(inline only)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755648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755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Works without API key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1755648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17556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755648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7556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0" y="1755648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7556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2139696"/>
            <a:ext cx="23317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1396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Understands your project's code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51760" y="2139696"/>
            <a:ext cx="2057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21396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139696"/>
            <a:ext cx="2057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1396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0" y="2139696"/>
            <a:ext cx="2057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21396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~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2523744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5237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Accumulates project knowledge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51760" y="2523744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2523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0" y="2523744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523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58000" y="2523744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2523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74320" y="2907792"/>
            <a:ext cx="23317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9077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Self-heals broken locators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51760" y="2907792"/>
            <a:ext cx="2057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29077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754880" y="2907792"/>
            <a:ext cx="2057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9077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~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858000" y="2907792"/>
            <a:ext cx="2057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29077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74320" y="3291840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 gap detection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651760" y="3291840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9748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754880" y="3291840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858000" y="3291840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0372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274320" y="3675888"/>
            <a:ext cx="23317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675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Jira → Xray traceability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651760" y="3675888"/>
            <a:ext cx="2057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97480" y="36758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754880" y="3675888"/>
            <a:ext cx="2057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6758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858000" y="3675888"/>
            <a:ext cx="2057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03720" y="36758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274320" y="4059936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05993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Works on real device / Appium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651760" y="4059936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97480" y="40599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4754880" y="4059936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0600" y="40599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~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858000" y="4059936"/>
            <a:ext cx="2057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03720" y="40599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274320" y="4443984"/>
            <a:ext cx="23317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44439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QA expertise encoded, not bypassed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651760" y="4443984"/>
            <a:ext cx="2057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97480" y="44439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4754880" y="4443984"/>
            <a:ext cx="2057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00600" y="44439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6858000" y="4443984"/>
            <a:ext cx="20574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03720" y="44439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3657600" cy="36576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E6FD"/>
                </a:solidFill>
              </a:rPr>
              <a:t>A phased, low-risk path to adoption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2697480" cy="3520440"/>
          </a:xfrm>
          <a:prstGeom prst="rect">
            <a:avLst/>
          </a:prstGeom>
          <a:solidFill>
            <a:srgbClr val="112536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61872"/>
            <a:ext cx="2697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Phase 1  ·  Weeks 1–2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Pilot — Single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Deploy AppForge on one active mobile project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8437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QA engineer runs setup_project + analyze_codebase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3558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Write 3–5 real test scenarios using existing workflow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8679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Measure: time-to-test vs. manual baseline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1261872"/>
            <a:ext cx="2697480" cy="3520440"/>
          </a:xfrm>
          <a:prstGeom prst="rect">
            <a:avLst/>
          </a:prstGeom>
          <a:solidFill>
            <a:srgbClr val="112536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261872"/>
            <a:ext cx="269748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2618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Phase 2  ·  Weeks 3–6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Validate — Bug Fix Cycle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Run pilot project through a real sprint cycle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1840" y="28437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Test self-healing on real locator breaks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91840" y="33558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Integrate PR diff analysis on a real feature branch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38679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Measure: locator break resolution time, coverage gaps found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1261872"/>
            <a:ext cx="2697480" cy="3520440"/>
          </a:xfrm>
          <a:prstGeom prst="rect">
            <a:avLst/>
          </a:prstGeom>
          <a:solidFill>
            <a:srgbClr val="112536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261872"/>
            <a:ext cx="2697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2618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Phase 3  ·  Weeks 7–12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 — Team Rollout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2331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Expand to 2–3 projects across the QA team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200" y="28437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Connect Jira + Xray integration for traceability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72200" y="33558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Establish shared knowledge base across projects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72200" y="38679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Measure: ROI vs. current tooling cost + engineer time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5029200" cy="50292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572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AppForge does not replace QA engineers.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AE6FD"/>
                </a:solidFill>
              </a:rPr>
              <a:t>It makes your best QA engineers significantly more productive 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55117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by encoding their expertise into every test that gets generated.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2606040" cy="960120"/>
          </a:xfrm>
          <a:prstGeom prst="rect">
            <a:avLst/>
          </a:prstGeom>
          <a:solidFill>
            <a:srgbClr val="112536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3127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Cost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34381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Reduce test maintenance burden by 60%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3063240"/>
            <a:ext cx="2606040" cy="960120"/>
          </a:xfrm>
          <a:prstGeom prst="rect">
            <a:avLst/>
          </a:prstGeom>
          <a:solidFill>
            <a:srgbClr val="112536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47288" y="3127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Speed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47288" y="34381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From 2–3 weeks to 2–3 days per feature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3063240"/>
            <a:ext cx="2606040" cy="960120"/>
          </a:xfrm>
          <a:prstGeom prst="rect">
            <a:avLst/>
          </a:prstGeom>
          <a:solidFill>
            <a:srgbClr val="112536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36208" y="3127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36208" y="34381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Self-healing + PR gap detection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</a:rPr>
              <a:t>Recommended next step: Approve a 2-week pilot on one mobile project.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773168"/>
            <a:ext cx="85039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AppForge  ·  Agentic QA Ecosystem  ·  Quality Engineering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AppForge — Agentic QA Platform</dc:title>
  <dc:subject>PptxGenJS Presentation</dc:subject>
  <dc:creator>Quality Engineering</dc:creator>
  <cp:lastModifiedBy>Quality Engineering</cp:lastModifiedBy>
  <cp:revision>1</cp:revision>
  <dcterms:created xsi:type="dcterms:W3CDTF">2026-04-04T08:15:57Z</dcterms:created>
  <dcterms:modified xsi:type="dcterms:W3CDTF">2026-04-04T08:15:57Z</dcterms:modified>
</cp:coreProperties>
</file>